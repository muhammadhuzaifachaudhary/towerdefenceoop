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575B2-8536-4163-8E10-0146DA533546}" v="2" dt="2025-09-28T06:20:33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250700 Muhammad Huzaifa Chaudhary" userId="418b2ecd-2c34-418d-a04d-3bfba37e9ac3" providerId="ADAL" clId="{CC5EC471-E050-4F2A-BCA1-37F9A704197F}"/>
    <pc:docChg chg="modSld modMainMaster">
      <pc:chgData name="l250700 Muhammad Huzaifa Chaudhary" userId="418b2ecd-2c34-418d-a04d-3bfba37e9ac3" providerId="ADAL" clId="{CC5EC471-E050-4F2A-BCA1-37F9A704197F}" dt="2025-09-28T06:20:33.533" v="1"/>
      <pc:docMkLst>
        <pc:docMk/>
      </pc:docMkLst>
      <pc:sldChg chg="modTransition">
        <pc:chgData name="l250700 Muhammad Huzaifa Chaudhary" userId="418b2ecd-2c34-418d-a04d-3bfba37e9ac3" providerId="ADAL" clId="{CC5EC471-E050-4F2A-BCA1-37F9A704197F}" dt="2025-09-28T06:20:33.533" v="1"/>
        <pc:sldMkLst>
          <pc:docMk/>
          <pc:sldMk cId="1012231726" sldId="256"/>
        </pc:sldMkLst>
      </pc:sldChg>
      <pc:sldChg chg="modTransition">
        <pc:chgData name="l250700 Muhammad Huzaifa Chaudhary" userId="418b2ecd-2c34-418d-a04d-3bfba37e9ac3" providerId="ADAL" clId="{CC5EC471-E050-4F2A-BCA1-37F9A704197F}" dt="2025-09-28T06:20:33.533" v="1"/>
        <pc:sldMkLst>
          <pc:docMk/>
          <pc:sldMk cId="1475170293" sldId="257"/>
        </pc:sldMkLst>
      </pc:sldChg>
      <pc:sldMasterChg chg="modTransition modSldLayout">
        <pc:chgData name="l250700 Muhammad Huzaifa Chaudhary" userId="418b2ecd-2c34-418d-a04d-3bfba37e9ac3" providerId="ADAL" clId="{CC5EC471-E050-4F2A-BCA1-37F9A704197F}" dt="2025-09-28T06:20:33.533" v="1"/>
        <pc:sldMasterMkLst>
          <pc:docMk/>
          <pc:sldMasterMk cId="344304205" sldId="2147483648"/>
        </pc:sldMasterMkLst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3676499157" sldId="2147483649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774565629" sldId="2147483650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980719015" sldId="2147483651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1208918789" sldId="2147483652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3594609119" sldId="2147483653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2764781126" sldId="2147483654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1712046221" sldId="2147483655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1425652206" sldId="2147483656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2721065499" sldId="2147483657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3381997951" sldId="2147483658"/>
          </pc:sldLayoutMkLst>
        </pc:sldLayoutChg>
        <pc:sldLayoutChg chg="modTransition">
          <pc:chgData name="l250700 Muhammad Huzaifa Chaudhary" userId="418b2ecd-2c34-418d-a04d-3bfba37e9ac3" providerId="ADAL" clId="{CC5EC471-E050-4F2A-BCA1-37F9A704197F}" dt="2025-09-28T06:20:33.533" v="1"/>
          <pc:sldLayoutMkLst>
            <pc:docMk/>
            <pc:sldMasterMk cId="344304205" sldId="2147483648"/>
            <pc:sldLayoutMk cId="357082919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F09CB-30F0-8247-E8F8-5A253DC74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288AC-31A4-3E6F-2678-BA00C2452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8C236-3C20-E6AA-0BB9-880A261C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21E64-36AA-9522-4724-5ECE8B9E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F8E71-547D-EEA4-53E0-5D764DF2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99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65AA3-05A5-0713-932B-7A062A42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25185-3B6C-93F7-A3EE-3CE7609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D9FFB-5B48-E630-510E-1729A0B4E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D1F4-86D0-21DC-1D3F-71321F10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7A656-9A73-7FED-0FCF-6EF4411A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65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67DD1-19DE-AE01-2D8A-073B6898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48095-E55F-13B4-F3D5-BEEC65352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AF390-DEFA-A057-1095-9524124CF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3E50C-DB33-8C17-878B-65A444C6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963C1-B461-9E00-21B3-9C2051B4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19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7114-BDD9-7199-3856-B3BC7193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21784-6301-44AB-BCE5-43C02DA6A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71A14-925E-6E46-5F0D-CFEAA133B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16AF2-26A7-82BB-074B-35382952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DDDA9-CAD4-5418-C5FA-0AF72E4D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4BA46-EAE5-8A64-21A1-0AB79DA1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18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915C-BDAF-8704-38F3-4A48C89C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F9E4C-3002-42F5-06F2-B928E3ABA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72BBE-58B1-6021-D458-14CC06478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F7781-69F2-17C9-8FEC-F9806CB6B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0077E-AADC-E794-0917-5A4295CA8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8A86AA-4DBD-8294-400D-291CE4B4D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D8D465-2A62-63FB-57EE-A0670615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83857-3274-2B97-50AF-16B05534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09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892C-245E-3390-2AB4-8B02F39D6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AD42F8-E572-19C6-78AD-A858B122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8D70AB-960C-0F98-1053-AEA30E10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15D4F-E031-9AFE-3A52-7EDB2C21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81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050EE-BDB4-2A22-94B7-84AED7A9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9611F-2E20-88D3-28DB-7A489587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5D270-CD5C-4986-774D-40392837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46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6110-B25E-FD07-CB95-7212EC3C1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F0DEB-CEED-77CC-2C31-47E7A5903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2E710-F2DA-CBDD-2DE2-0A33963AB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353AA-AD41-8607-3F7D-30B67F6C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3F897-A8AD-0A4A-B4D5-29C8DEFF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1A3E0-67C5-E35A-293F-DC69CC14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52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5575-3817-7531-7DA3-0B26575B5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ED8FF7-C72F-DE27-F576-DB18A50D7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8DB3E-7BEA-CE7D-0E5C-82359865E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37E20-FFEF-324D-5481-0CB67EC3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04872-ABAB-2C48-2A18-0EB5D9BD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E7270-F645-7C7A-350A-4D7401C6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65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BBE2-C075-0E21-9C7B-61544E3B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DC730-62DC-6120-FDC8-68846D586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72935-D41F-6F97-BFE8-9B03AA73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40952-3F16-4C25-F2A7-B8980D41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4610B-F9D2-3113-84AD-558BED4CC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97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6DEB0-2AF2-4C36-7AEF-1B13E31A7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35B79-6E89-A827-5E46-E79473EA6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5A119-4ABF-D23B-802B-8695CDC9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7B005-5E9C-418A-B26C-9319D4DB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0E50D-7E3B-089D-5686-EBB90A74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29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53073-585D-C557-F99D-57F2009B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9508-83DE-9159-495D-8059F4678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0EBD2-1BF5-D08C-CB64-E7F257BBC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0A983-2002-4959-AD2D-2D34F5964A8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EF0E8-65CA-DB7A-1B4F-D8E38B1E5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4BCCE-FE4B-ADB9-1E3F-D001F4BE4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27B7B-C91F-4832-B1E6-BF0DC4209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98FB-6204-9033-2FD1-5722566749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2B702-BE7E-29BF-A8A4-F89873B9EB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0EF1F-4493-B437-5BBC-7FC0C570A75E}"/>
              </a:ext>
            </a:extLst>
          </p:cNvPr>
          <p:cNvSpPr/>
          <p:nvPr/>
        </p:nvSpPr>
        <p:spPr>
          <a:xfrm rot="10800000">
            <a:off x="1524000" y="1122363"/>
            <a:ext cx="6227064" cy="1710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B0505A-AA54-002E-4A1B-84F88901D2EF}"/>
              </a:ext>
            </a:extLst>
          </p:cNvPr>
          <p:cNvSpPr/>
          <p:nvPr/>
        </p:nvSpPr>
        <p:spPr>
          <a:xfrm rot="19871118">
            <a:off x="2859024" y="1845375"/>
            <a:ext cx="6227064" cy="1710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317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39352-AF5C-C8D2-2C83-6FD9F345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F3FD-10A8-61FF-EAF3-AB5095B1D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CED7E-A049-CE99-947A-4B09A63B9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96968A-8710-E9CF-2261-B6B2EC72E029}"/>
              </a:ext>
            </a:extLst>
          </p:cNvPr>
          <p:cNvSpPr/>
          <p:nvPr/>
        </p:nvSpPr>
        <p:spPr>
          <a:xfrm>
            <a:off x="1524000" y="1122363"/>
            <a:ext cx="6227064" cy="1710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EA6BE-05CC-502F-3B15-91CAD70C5658}"/>
              </a:ext>
            </a:extLst>
          </p:cNvPr>
          <p:cNvSpPr/>
          <p:nvPr/>
        </p:nvSpPr>
        <p:spPr>
          <a:xfrm>
            <a:off x="4440936" y="1771587"/>
            <a:ext cx="6227064" cy="1710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70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l250700 Muhammad Huzaifa Chaudhary</dc:creator>
  <cp:lastModifiedBy>l250700 Muhammad Huzaifa Chaudhary</cp:lastModifiedBy>
  <cp:revision>1</cp:revision>
  <dcterms:created xsi:type="dcterms:W3CDTF">2025-09-28T06:13:37Z</dcterms:created>
  <dcterms:modified xsi:type="dcterms:W3CDTF">2025-09-28T06:20:41Z</dcterms:modified>
</cp:coreProperties>
</file>
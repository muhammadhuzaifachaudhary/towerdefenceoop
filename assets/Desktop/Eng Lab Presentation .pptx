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3" r:id="rId3"/>
    <p:sldId id="264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90264-35D3-4D12-B331-44DB4BDEFED0}" v="349" dt="2025-11-27T02:00:34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250700 Muhammad Huzaifa Chaudhary" userId="418b2ecd-2c34-418d-a04d-3bfba37e9ac3" providerId="ADAL" clId="{CC5EC471-E050-4F2A-BCA1-37F9A704197F}"/>
    <pc:docChg chg="undo custSel addSld modSld">
      <pc:chgData name="l250700 Muhammad Huzaifa Chaudhary" userId="418b2ecd-2c34-418d-a04d-3bfba37e9ac3" providerId="ADAL" clId="{CC5EC471-E050-4F2A-BCA1-37F9A704197F}" dt="2025-11-27T02:31:52.707" v="753" actId="1076"/>
      <pc:docMkLst>
        <pc:docMk/>
      </pc:docMkLst>
      <pc:sldChg chg="setBg">
        <pc:chgData name="l250700 Muhammad Huzaifa Chaudhary" userId="418b2ecd-2c34-418d-a04d-3bfba37e9ac3" providerId="ADAL" clId="{CC5EC471-E050-4F2A-BCA1-37F9A704197F}" dt="2025-11-27T01:56:46.511" v="716"/>
        <pc:sldMkLst>
          <pc:docMk/>
          <pc:sldMk cId="4042614691" sldId="258"/>
        </pc:sldMkLst>
      </pc:sldChg>
      <pc:sldChg chg="addSp modSp mod">
        <pc:chgData name="l250700 Muhammad Huzaifa Chaudhary" userId="418b2ecd-2c34-418d-a04d-3bfba37e9ac3" providerId="ADAL" clId="{CC5EC471-E050-4F2A-BCA1-37F9A704197F}" dt="2025-11-27T02:02:15.595" v="735" actId="1076"/>
        <pc:sldMkLst>
          <pc:docMk/>
          <pc:sldMk cId="3859805793" sldId="260"/>
        </pc:sldMkLst>
        <pc:picChg chg="add mod">
          <ac:chgData name="l250700 Muhammad Huzaifa Chaudhary" userId="418b2ecd-2c34-418d-a04d-3bfba37e9ac3" providerId="ADAL" clId="{CC5EC471-E050-4F2A-BCA1-37F9A704197F}" dt="2025-11-27T02:02:15.595" v="735" actId="1076"/>
          <ac:picMkLst>
            <pc:docMk/>
            <pc:sldMk cId="3859805793" sldId="260"/>
            <ac:picMk id="5" creationId="{53BCC87A-FF60-19CF-4323-BB214C7D9A45}"/>
          </ac:picMkLst>
        </pc:picChg>
      </pc:sldChg>
      <pc:sldChg chg="modSp mod">
        <pc:chgData name="l250700 Muhammad Huzaifa Chaudhary" userId="418b2ecd-2c34-418d-a04d-3bfba37e9ac3" providerId="ADAL" clId="{CC5EC471-E050-4F2A-BCA1-37F9A704197F}" dt="2025-11-27T02:31:52.707" v="753" actId="1076"/>
        <pc:sldMkLst>
          <pc:docMk/>
          <pc:sldMk cId="1116852030" sldId="261"/>
        </pc:sldMkLst>
        <pc:spChg chg="mod">
          <ac:chgData name="l250700 Muhammad Huzaifa Chaudhary" userId="418b2ecd-2c34-418d-a04d-3bfba37e9ac3" providerId="ADAL" clId="{CC5EC471-E050-4F2A-BCA1-37F9A704197F}" dt="2025-11-27T02:31:52.707" v="753" actId="1076"/>
          <ac:spMkLst>
            <pc:docMk/>
            <pc:sldMk cId="1116852030" sldId="261"/>
            <ac:spMk id="2" creationId="{38F35FAB-2A58-DE00-922C-A194A8EEA9F5}"/>
          </ac:spMkLst>
        </pc:spChg>
        <pc:spChg chg="mod">
          <ac:chgData name="l250700 Muhammad Huzaifa Chaudhary" userId="418b2ecd-2c34-418d-a04d-3bfba37e9ac3" providerId="ADAL" clId="{CC5EC471-E050-4F2A-BCA1-37F9A704197F}" dt="2025-11-27T02:31:39.358" v="751" actId="1076"/>
          <ac:spMkLst>
            <pc:docMk/>
            <pc:sldMk cId="1116852030" sldId="261"/>
            <ac:spMk id="3" creationId="{E826B321-3BDC-422A-2B45-B8E09320AE2A}"/>
          </ac:spMkLst>
        </pc:spChg>
        <pc:spChg chg="mod">
          <ac:chgData name="l250700 Muhammad Huzaifa Chaudhary" userId="418b2ecd-2c34-418d-a04d-3bfba37e9ac3" providerId="ADAL" clId="{CC5EC471-E050-4F2A-BCA1-37F9A704197F}" dt="2025-11-27T02:31:46.832" v="752" actId="1076"/>
          <ac:spMkLst>
            <pc:docMk/>
            <pc:sldMk cId="1116852030" sldId="261"/>
            <ac:spMk id="4" creationId="{ED4F7660-364E-D813-93E3-564A4F9E8083}"/>
          </ac:spMkLst>
        </pc:spChg>
      </pc:sldChg>
      <pc:sldChg chg="addSp delSp modSp add mod">
        <pc:chgData name="l250700 Muhammad Huzaifa Chaudhary" userId="418b2ecd-2c34-418d-a04d-3bfba37e9ac3" providerId="ADAL" clId="{CC5EC471-E050-4F2A-BCA1-37F9A704197F}" dt="2025-11-25T16:41:15.956" v="382" actId="1076"/>
        <pc:sldMkLst>
          <pc:docMk/>
          <pc:sldMk cId="1524456608" sldId="263"/>
        </pc:sldMkLst>
        <pc:spChg chg="mod">
          <ac:chgData name="l250700 Muhammad Huzaifa Chaudhary" userId="418b2ecd-2c34-418d-a04d-3bfba37e9ac3" providerId="ADAL" clId="{CC5EC471-E050-4F2A-BCA1-37F9A704197F}" dt="2025-11-25T16:29:59.792" v="85" actId="14100"/>
          <ac:spMkLst>
            <pc:docMk/>
            <pc:sldMk cId="1524456608" sldId="263"/>
            <ac:spMk id="2" creationId="{275B5889-2B58-F302-51CC-AFA542635AE7}"/>
          </ac:spMkLst>
        </pc:spChg>
        <pc:spChg chg="add mod">
          <ac:chgData name="l250700 Muhammad Huzaifa Chaudhary" userId="418b2ecd-2c34-418d-a04d-3bfba37e9ac3" providerId="ADAL" clId="{CC5EC471-E050-4F2A-BCA1-37F9A704197F}" dt="2025-11-25T16:36:55.811" v="335" actId="1076"/>
          <ac:spMkLst>
            <pc:docMk/>
            <pc:sldMk cId="1524456608" sldId="263"/>
            <ac:spMk id="9" creationId="{BF1A0AFF-8EF3-DFFD-2307-58B990F43D15}"/>
          </ac:spMkLst>
        </pc:spChg>
        <pc:spChg chg="add mod">
          <ac:chgData name="l250700 Muhammad Huzaifa Chaudhary" userId="418b2ecd-2c34-418d-a04d-3bfba37e9ac3" providerId="ADAL" clId="{CC5EC471-E050-4F2A-BCA1-37F9A704197F}" dt="2025-11-25T16:40:55.418" v="376" actId="1076"/>
          <ac:spMkLst>
            <pc:docMk/>
            <pc:sldMk cId="1524456608" sldId="263"/>
            <ac:spMk id="10" creationId="{6091DDDD-BE77-2253-4FD2-0A5F37D3FBFD}"/>
          </ac:spMkLst>
        </pc:spChg>
        <pc:spChg chg="add mod">
          <ac:chgData name="l250700 Muhammad Huzaifa Chaudhary" userId="418b2ecd-2c34-418d-a04d-3bfba37e9ac3" providerId="ADAL" clId="{CC5EC471-E050-4F2A-BCA1-37F9A704197F}" dt="2025-11-25T16:40:52.569" v="375" actId="1076"/>
          <ac:spMkLst>
            <pc:docMk/>
            <pc:sldMk cId="1524456608" sldId="263"/>
            <ac:spMk id="12" creationId="{1032447E-744A-A17F-AF50-C2148A9986C8}"/>
          </ac:spMkLst>
        </pc:spChg>
        <pc:spChg chg="add mod">
          <ac:chgData name="l250700 Muhammad Huzaifa Chaudhary" userId="418b2ecd-2c34-418d-a04d-3bfba37e9ac3" providerId="ADAL" clId="{CC5EC471-E050-4F2A-BCA1-37F9A704197F}" dt="2025-11-25T16:40:57.868" v="377" actId="1076"/>
          <ac:spMkLst>
            <pc:docMk/>
            <pc:sldMk cId="1524456608" sldId="263"/>
            <ac:spMk id="13" creationId="{878E0182-C67D-90F3-5A39-EF9D43DC8F74}"/>
          </ac:spMkLst>
        </pc:spChg>
        <pc:spChg chg="add mod">
          <ac:chgData name="l250700 Muhammad Huzaifa Chaudhary" userId="418b2ecd-2c34-418d-a04d-3bfba37e9ac3" providerId="ADAL" clId="{CC5EC471-E050-4F2A-BCA1-37F9A704197F}" dt="2025-11-25T16:41:00.381" v="378" actId="1076"/>
          <ac:spMkLst>
            <pc:docMk/>
            <pc:sldMk cId="1524456608" sldId="263"/>
            <ac:spMk id="14" creationId="{5155A69A-DCC8-1E68-AD86-E6F4FC01AC38}"/>
          </ac:spMkLst>
        </pc:spChg>
        <pc:spChg chg="add mod">
          <ac:chgData name="l250700 Muhammad Huzaifa Chaudhary" userId="418b2ecd-2c34-418d-a04d-3bfba37e9ac3" providerId="ADAL" clId="{CC5EC471-E050-4F2A-BCA1-37F9A704197F}" dt="2025-11-25T16:41:07.011" v="380" actId="1076"/>
          <ac:spMkLst>
            <pc:docMk/>
            <pc:sldMk cId="1524456608" sldId="263"/>
            <ac:spMk id="15" creationId="{2FA01582-D40F-2E76-2F4B-83DB9CFF3EC2}"/>
          </ac:spMkLst>
        </pc:spChg>
        <pc:spChg chg="add mod">
          <ac:chgData name="l250700 Muhammad Huzaifa Chaudhary" userId="418b2ecd-2c34-418d-a04d-3bfba37e9ac3" providerId="ADAL" clId="{CC5EC471-E050-4F2A-BCA1-37F9A704197F}" dt="2025-11-25T16:41:02.622" v="379" actId="1076"/>
          <ac:spMkLst>
            <pc:docMk/>
            <pc:sldMk cId="1524456608" sldId="263"/>
            <ac:spMk id="16" creationId="{A4E2C213-563C-0693-C350-7F547C282A6E}"/>
          </ac:spMkLst>
        </pc:spChg>
        <pc:spChg chg="add mod">
          <ac:chgData name="l250700 Muhammad Huzaifa Chaudhary" userId="418b2ecd-2c34-418d-a04d-3bfba37e9ac3" providerId="ADAL" clId="{CC5EC471-E050-4F2A-BCA1-37F9A704197F}" dt="2025-11-25T16:41:12.300" v="381" actId="1076"/>
          <ac:spMkLst>
            <pc:docMk/>
            <pc:sldMk cId="1524456608" sldId="263"/>
            <ac:spMk id="17" creationId="{6E54476A-573D-AFAB-9252-A655269B0C11}"/>
          </ac:spMkLst>
        </pc:spChg>
        <pc:spChg chg="add del mod">
          <ac:chgData name="l250700 Muhammad Huzaifa Chaudhary" userId="418b2ecd-2c34-418d-a04d-3bfba37e9ac3" providerId="ADAL" clId="{CC5EC471-E050-4F2A-BCA1-37F9A704197F}" dt="2025-11-25T16:41:15.956" v="382" actId="1076"/>
          <ac:spMkLst>
            <pc:docMk/>
            <pc:sldMk cId="1524456608" sldId="263"/>
            <ac:spMk id="18" creationId="{E94E61F3-D9E0-61DA-27DB-265D0DE7E73E}"/>
          </ac:spMkLst>
        </pc:spChg>
      </pc:sldChg>
      <pc:sldChg chg="add modTransition">
        <pc:chgData name="l250700 Muhammad Huzaifa Chaudhary" userId="418b2ecd-2c34-418d-a04d-3bfba37e9ac3" providerId="ADAL" clId="{CC5EC471-E050-4F2A-BCA1-37F9A704197F}" dt="2025-11-25T16:41:21.680" v="383"/>
        <pc:sldMkLst>
          <pc:docMk/>
          <pc:sldMk cId="538288216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57F3DF-F0DE-4648-F83F-02CA4B09EC80}"/>
              </a:ext>
            </a:extLst>
          </p:cNvPr>
          <p:cNvSpPr txBox="1"/>
          <p:nvPr/>
        </p:nvSpPr>
        <p:spPr>
          <a:xfrm>
            <a:off x="3166872" y="255996"/>
            <a:ext cx="58582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Benefits and Drawbacks </a:t>
            </a:r>
            <a:br>
              <a:rPr lang="en-US" sz="4000" b="1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    	of Social Media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C8C62-B7D4-3171-B896-22B36FA67BA4}"/>
              </a:ext>
            </a:extLst>
          </p:cNvPr>
          <p:cNvSpPr txBox="1"/>
          <p:nvPr/>
        </p:nvSpPr>
        <p:spPr>
          <a:xfrm>
            <a:off x="1545336" y="3968496"/>
            <a:ext cx="6309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Huzaifa (25L-0700)</a:t>
            </a:r>
            <a:br>
              <a:rPr lang="en-US" sz="2800" dirty="0"/>
            </a:br>
            <a:r>
              <a:rPr lang="en-US" sz="2800" dirty="0"/>
              <a:t>Shaaf (25L-0812)</a:t>
            </a:r>
            <a:br>
              <a:rPr lang="en-US" sz="2800" dirty="0"/>
            </a:br>
            <a:r>
              <a:rPr lang="en-US" sz="2800" dirty="0"/>
              <a:t>Zainab Ali (25L-0801)</a:t>
            </a:r>
            <a:br>
              <a:rPr lang="en-US" sz="2800" dirty="0"/>
            </a:br>
            <a:r>
              <a:rPr lang="en-US" sz="2800" dirty="0"/>
              <a:t>Ali Haziq (25L-0686)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6E93A-0C34-79FA-4F48-7F65722476FC}"/>
              </a:ext>
            </a:extLst>
          </p:cNvPr>
          <p:cNvSpPr txBox="1"/>
          <p:nvPr/>
        </p:nvSpPr>
        <p:spPr>
          <a:xfrm>
            <a:off x="1170432" y="3358741"/>
            <a:ext cx="352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Presented By:</a:t>
            </a:r>
          </a:p>
        </p:txBody>
      </p:sp>
    </p:spTree>
    <p:extLst>
      <p:ext uri="{BB962C8B-B14F-4D97-AF65-F5344CB8AC3E}">
        <p14:creationId xmlns:p14="http://schemas.microsoft.com/office/powerpoint/2010/main" val="2198725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BDF03-2850-2C07-BBCA-6FA40810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5B5889-2B58-F302-51CC-AFA542635AE7}"/>
              </a:ext>
            </a:extLst>
          </p:cNvPr>
          <p:cNvSpPr txBox="1"/>
          <p:nvPr/>
        </p:nvSpPr>
        <p:spPr>
          <a:xfrm>
            <a:off x="3166872" y="255996"/>
            <a:ext cx="4962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Presentation Outlines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1A0AFF-8EF3-DFFD-2307-58B990F43D15}"/>
              </a:ext>
            </a:extLst>
          </p:cNvPr>
          <p:cNvSpPr/>
          <p:nvPr/>
        </p:nvSpPr>
        <p:spPr>
          <a:xfrm>
            <a:off x="3950208" y="982336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Introduction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91DDDD-BE77-2253-4FD2-0A5F37D3FBFD}"/>
              </a:ext>
            </a:extLst>
          </p:cNvPr>
          <p:cNvSpPr/>
          <p:nvPr/>
        </p:nvSpPr>
        <p:spPr>
          <a:xfrm>
            <a:off x="3941064" y="1052210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Benefits of Social Media  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032447E-744A-A17F-AF50-C2148A9986C8}"/>
              </a:ext>
            </a:extLst>
          </p:cNvPr>
          <p:cNvSpPr/>
          <p:nvPr/>
        </p:nvSpPr>
        <p:spPr>
          <a:xfrm>
            <a:off x="5212080" y="1132626"/>
            <a:ext cx="512064" cy="4855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78E0182-C67D-90F3-5A39-EF9D43DC8F74}"/>
              </a:ext>
            </a:extLst>
          </p:cNvPr>
          <p:cNvSpPr/>
          <p:nvPr/>
        </p:nvSpPr>
        <p:spPr>
          <a:xfrm>
            <a:off x="5212080" y="1140202"/>
            <a:ext cx="512064" cy="4855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55A69A-DCC8-1E68-AD86-E6F4FC01AC38}"/>
              </a:ext>
            </a:extLst>
          </p:cNvPr>
          <p:cNvSpPr/>
          <p:nvPr/>
        </p:nvSpPr>
        <p:spPr>
          <a:xfrm>
            <a:off x="3959352" y="1052209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Drawbacks and </a:t>
            </a:r>
          </a:p>
          <a:p>
            <a:pPr algn="ctr"/>
            <a:r>
              <a:rPr lang="en-US" dirty="0"/>
              <a:t> negative effects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A01582-D40F-2E76-2F4B-83DB9CFF3EC2}"/>
              </a:ext>
            </a:extLst>
          </p:cNvPr>
          <p:cNvSpPr/>
          <p:nvPr/>
        </p:nvSpPr>
        <p:spPr>
          <a:xfrm>
            <a:off x="3959352" y="1043107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Ways : How to Use It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4E2C213-563C-0693-C350-7F547C282A6E}"/>
              </a:ext>
            </a:extLst>
          </p:cNvPr>
          <p:cNvSpPr/>
          <p:nvPr/>
        </p:nvSpPr>
        <p:spPr>
          <a:xfrm>
            <a:off x="5266944" y="1188427"/>
            <a:ext cx="512064" cy="4855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E54476A-573D-AFAB-9252-A655269B0C11}"/>
              </a:ext>
            </a:extLst>
          </p:cNvPr>
          <p:cNvSpPr/>
          <p:nvPr/>
        </p:nvSpPr>
        <p:spPr>
          <a:xfrm>
            <a:off x="5266944" y="1133341"/>
            <a:ext cx="512064" cy="4855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4E61F3-D9E0-61DA-27DB-265D0DE7E73E}"/>
              </a:ext>
            </a:extLst>
          </p:cNvPr>
          <p:cNvSpPr/>
          <p:nvPr/>
        </p:nvSpPr>
        <p:spPr>
          <a:xfrm>
            <a:off x="3941064" y="1033756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2445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E0495-836E-FDFC-B845-A77673038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9220CE-7426-35BE-A0D3-300CC51D7134}"/>
              </a:ext>
            </a:extLst>
          </p:cNvPr>
          <p:cNvSpPr txBox="1"/>
          <p:nvPr/>
        </p:nvSpPr>
        <p:spPr>
          <a:xfrm>
            <a:off x="3166872" y="255996"/>
            <a:ext cx="4962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Presentation Outlines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BB98B6-19CD-CF18-DAEC-991846D67244}"/>
              </a:ext>
            </a:extLst>
          </p:cNvPr>
          <p:cNvSpPr/>
          <p:nvPr/>
        </p:nvSpPr>
        <p:spPr>
          <a:xfrm>
            <a:off x="3950208" y="982336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Introduction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7FE97F-EC40-2704-24C5-5CC471C3A7D7}"/>
              </a:ext>
            </a:extLst>
          </p:cNvPr>
          <p:cNvSpPr/>
          <p:nvPr/>
        </p:nvSpPr>
        <p:spPr>
          <a:xfrm>
            <a:off x="3941064" y="2132622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Benefits of Social Media  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639287B-B5A9-9F2C-76D0-D842AE4A5053}"/>
              </a:ext>
            </a:extLst>
          </p:cNvPr>
          <p:cNvSpPr/>
          <p:nvPr/>
        </p:nvSpPr>
        <p:spPr>
          <a:xfrm>
            <a:off x="5212080" y="1647121"/>
            <a:ext cx="512064" cy="4855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D1172AC-4C14-4EB2-FD5E-901CF8788726}"/>
              </a:ext>
            </a:extLst>
          </p:cNvPr>
          <p:cNvSpPr/>
          <p:nvPr/>
        </p:nvSpPr>
        <p:spPr>
          <a:xfrm>
            <a:off x="5212080" y="2794106"/>
            <a:ext cx="512064" cy="4855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6C71CD-F1AE-7D0C-F2D4-FA93D0AB5EB5}"/>
              </a:ext>
            </a:extLst>
          </p:cNvPr>
          <p:cNvSpPr/>
          <p:nvPr/>
        </p:nvSpPr>
        <p:spPr>
          <a:xfrm>
            <a:off x="3950208" y="3279607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Drawbacks and </a:t>
            </a:r>
          </a:p>
          <a:p>
            <a:pPr algn="ctr"/>
            <a:r>
              <a:rPr lang="en-US" dirty="0"/>
              <a:t> negative effects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6B1515-2672-8861-A5B7-A6AAEAFC6A6D}"/>
              </a:ext>
            </a:extLst>
          </p:cNvPr>
          <p:cNvSpPr/>
          <p:nvPr/>
        </p:nvSpPr>
        <p:spPr>
          <a:xfrm>
            <a:off x="3941064" y="4426592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Ways : How to Use It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3632F215-10BE-888B-029A-14AA9F6A6296}"/>
              </a:ext>
            </a:extLst>
          </p:cNvPr>
          <p:cNvSpPr/>
          <p:nvPr/>
        </p:nvSpPr>
        <p:spPr>
          <a:xfrm>
            <a:off x="5212080" y="3925938"/>
            <a:ext cx="512064" cy="4855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E3AD2CC6-494F-7A34-D2B6-BAA7FE1AF1C1}"/>
              </a:ext>
            </a:extLst>
          </p:cNvPr>
          <p:cNvSpPr/>
          <p:nvPr/>
        </p:nvSpPr>
        <p:spPr>
          <a:xfrm>
            <a:off x="5221224" y="5085202"/>
            <a:ext cx="512064" cy="48550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E8ED2A-BCA5-CB1D-3EE2-86C9FC22A4F9}"/>
              </a:ext>
            </a:extLst>
          </p:cNvPr>
          <p:cNvSpPr/>
          <p:nvPr/>
        </p:nvSpPr>
        <p:spPr>
          <a:xfrm>
            <a:off x="3941064" y="5552498"/>
            <a:ext cx="305409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38288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B0F0"/>
            </a:gs>
            <a:gs pos="50000">
              <a:srgbClr val="00B0F0"/>
            </a:gs>
            <a:gs pos="100000">
              <a:srgbClr val="00B0F0"/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286B0D-C46D-0162-5A71-E1A65F6D991E}"/>
              </a:ext>
            </a:extLst>
          </p:cNvPr>
          <p:cNvSpPr txBox="1"/>
          <p:nvPr/>
        </p:nvSpPr>
        <p:spPr>
          <a:xfrm flipH="1">
            <a:off x="751657" y="420624"/>
            <a:ext cx="6536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Introduction to Social Media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E92239-41A2-CB6E-D1AC-19CE34EFF638}"/>
              </a:ext>
            </a:extLst>
          </p:cNvPr>
          <p:cNvSpPr txBox="1"/>
          <p:nvPr/>
        </p:nvSpPr>
        <p:spPr>
          <a:xfrm>
            <a:off x="751658" y="1344168"/>
            <a:ext cx="7095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Social media is a digital space where people connect, share information and communicate instantly , becoming an essential part of daily life for millions around the world 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B4E7A-7931-1F75-ECD8-12CB7844BECD}"/>
              </a:ext>
            </a:extLst>
          </p:cNvPr>
          <p:cNvSpPr txBox="1"/>
          <p:nvPr/>
        </p:nvSpPr>
        <p:spPr>
          <a:xfrm>
            <a:off x="1956816" y="5257800"/>
            <a:ext cx="533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Connect with friends and family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F614F-2245-F696-8E64-3930C90A4FE4}"/>
              </a:ext>
            </a:extLst>
          </p:cNvPr>
          <p:cNvSpPr txBox="1"/>
          <p:nvPr/>
        </p:nvSpPr>
        <p:spPr>
          <a:xfrm>
            <a:off x="751657" y="2395728"/>
            <a:ext cx="6984167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for communication and content sharing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for messaging , entertainment , news and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Includes popular apps like Instagram , TikTok , YouTube and X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Influences how people express themselves and stay informed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Plays a major role in shaping modern communication habits </a:t>
            </a:r>
          </a:p>
        </p:txBody>
      </p:sp>
    </p:spTree>
    <p:extLst>
      <p:ext uri="{BB962C8B-B14F-4D97-AF65-F5344CB8AC3E}">
        <p14:creationId xmlns:p14="http://schemas.microsoft.com/office/powerpoint/2010/main" val="404261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165D8-A32E-9848-FA1A-B6AFCB610A3D}"/>
              </a:ext>
            </a:extLst>
          </p:cNvPr>
          <p:cNvSpPr txBox="1"/>
          <p:nvPr/>
        </p:nvSpPr>
        <p:spPr>
          <a:xfrm>
            <a:off x="987552" y="524101"/>
            <a:ext cx="564184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of Social Media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D5242-676C-6BAA-FEB1-9C5E85CC5BCD}"/>
              </a:ext>
            </a:extLst>
          </p:cNvPr>
          <p:cNvSpPr txBox="1"/>
          <p:nvPr/>
        </p:nvSpPr>
        <p:spPr>
          <a:xfrm>
            <a:off x="987552" y="2304288"/>
            <a:ext cx="649224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 and Social Movements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Educational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 and Self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and Marketing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74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A78E02-6E48-ECAF-A5A6-C5ECC27F1071}"/>
              </a:ext>
            </a:extLst>
          </p:cNvPr>
          <p:cNvSpPr txBox="1"/>
          <p:nvPr/>
        </p:nvSpPr>
        <p:spPr>
          <a:xfrm>
            <a:off x="685800" y="594360"/>
            <a:ext cx="7872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Drawbacks and Negative Effects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677446-F8BC-F791-AD0C-E9519867B1C1}"/>
              </a:ext>
            </a:extLst>
          </p:cNvPr>
          <p:cNvSpPr txBox="1"/>
          <p:nvPr/>
        </p:nvSpPr>
        <p:spPr>
          <a:xfrm>
            <a:off x="768096" y="1783080"/>
            <a:ext cx="68031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Addiction and Excessive screen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Cyberbullying and Online Harassment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Privacy Risks and Misinformation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Mental Health Effects: Comparison, Low Self-Esteem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in-person Social Interaction</a:t>
            </a:r>
          </a:p>
        </p:txBody>
      </p:sp>
      <p:pic>
        <p:nvPicPr>
          <p:cNvPr id="5" name="Picture 4" descr="A hands holding cell phones&#10;&#10;AI-generated content may be incorrect.">
            <a:extLst>
              <a:ext uri="{FF2B5EF4-FFF2-40B4-BE49-F238E27FC236}">
                <a16:creationId xmlns:a16="http://schemas.microsoft.com/office/drawing/2014/main" id="{53BCC87A-FF60-19CF-4323-BB214C7D9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926" y="1602768"/>
            <a:ext cx="4263776" cy="24863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59805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F35FAB-2A58-DE00-922C-A194A8EEA9F5}"/>
              </a:ext>
            </a:extLst>
          </p:cNvPr>
          <p:cNvSpPr txBox="1"/>
          <p:nvPr/>
        </p:nvSpPr>
        <p:spPr>
          <a:xfrm>
            <a:off x="568451" y="345822"/>
            <a:ext cx="71231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Ways to Use Social Media Responsibly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6B321-3BDC-422A-2B45-B8E09320AE2A}"/>
              </a:ext>
            </a:extLst>
          </p:cNvPr>
          <p:cNvSpPr txBox="1"/>
          <p:nvPr/>
        </p:nvSpPr>
        <p:spPr>
          <a:xfrm>
            <a:off x="568451" y="1791151"/>
            <a:ext cx="110550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social media responsibly helps reduce risks like addiction and misinformation, allowing people to enjoy its benefits while maintaining safety, balance, and well-being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F7660-364E-D813-93E3-564A4F9E8083}"/>
              </a:ext>
            </a:extLst>
          </p:cNvPr>
          <p:cNvSpPr txBox="1"/>
          <p:nvPr/>
        </p:nvSpPr>
        <p:spPr>
          <a:xfrm>
            <a:off x="478143" y="3298036"/>
            <a:ext cx="10269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Time limits to avoid overuse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 information before sharing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 privacy by adjusting account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 respectfully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harmful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accounts that promote positivity and Learning.</a:t>
            </a:r>
          </a:p>
        </p:txBody>
      </p:sp>
    </p:spTree>
    <p:extLst>
      <p:ext uri="{BB962C8B-B14F-4D97-AF65-F5344CB8AC3E}">
        <p14:creationId xmlns:p14="http://schemas.microsoft.com/office/powerpoint/2010/main" val="111685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CC96C7-5DE1-7F1D-AB9A-A7E26B1C3245}"/>
              </a:ext>
            </a:extLst>
          </p:cNvPr>
          <p:cNvSpPr txBox="1"/>
          <p:nvPr/>
        </p:nvSpPr>
        <p:spPr>
          <a:xfrm>
            <a:off x="925068" y="2002536"/>
            <a:ext cx="8147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conclude, like everything else, social media also poses both benefits and threats to one. Its impact on us as a society is entirely dependent on us. It can be both a powerful tool offering great resources and a dangerous weapon creating harm.  Hence, it should be </a:t>
            </a:r>
            <a:r>
              <a:rPr lang="en-US"/>
              <a:t>used mindfully.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39451-E79F-5DDA-EBB8-95289A5B14B1}"/>
              </a:ext>
            </a:extLst>
          </p:cNvPr>
          <p:cNvSpPr txBox="1"/>
          <p:nvPr/>
        </p:nvSpPr>
        <p:spPr>
          <a:xfrm>
            <a:off x="914400" y="859536"/>
            <a:ext cx="4233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5631032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103</TotalTime>
  <Words>321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l250700 Muhammad Huzaifa Chaudhary</dc:creator>
  <cp:lastModifiedBy>l250700 Muhammad Huzaifa Chaudhary</cp:lastModifiedBy>
  <cp:revision>1</cp:revision>
  <dcterms:created xsi:type="dcterms:W3CDTF">2025-11-25T05:27:12Z</dcterms:created>
  <dcterms:modified xsi:type="dcterms:W3CDTF">2025-11-27T02:32:01Z</dcterms:modified>
</cp:coreProperties>
</file>
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Augmented Reality (AR) as a Novel Way of Shopping</a:t>
            </a:r>
          </a:p>
          <a:p>
            <a:pPr>
              <a:defRPr sz="2400"/>
            </a:pPr>
            <a:r>
              <a:t>Group Members: [Add Names]</a:t>
            </a:r>
          </a:p>
          <a:p>
            <a:pPr>
              <a:defRPr sz="2400"/>
            </a:pPr>
            <a:r>
              <a:t>University: [Your University Name]</a:t>
            </a:r>
          </a:p>
          <a:p>
            <a:pPr>
              <a:defRPr sz="2400"/>
            </a:pPr>
            <a:r>
              <a:t>Course: [Course Title]</a:t>
            </a:r>
          </a:p>
          <a:p>
            <a:pPr>
              <a:defRPr sz="2400"/>
            </a:pPr>
            <a:r>
              <a:t>Instructor: [Instructor Name]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 to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Definition of Augmented Reality</a:t>
            </a:r>
          </a:p>
          <a:p>
            <a:pPr>
              <a:defRPr sz="2400"/>
            </a:pPr>
            <a:r>
              <a:t>Brief history of AR evolution</a:t>
            </a:r>
          </a:p>
          <a:p>
            <a:pPr>
              <a:defRPr sz="2400"/>
            </a:pPr>
            <a:r>
              <a:t>Core components: software &amp; hardware</a:t>
            </a:r>
          </a:p>
          <a:p>
            <a:pPr>
              <a:defRPr sz="2400"/>
            </a:pPr>
            <a:r>
              <a:t>Use cases across industries</a:t>
            </a:r>
          </a:p>
          <a:p>
            <a:pPr>
              <a:defRPr sz="2400"/>
            </a:pPr>
            <a:r>
              <a:t>AR vs. VR: key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AR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Sensors and cameras for data input</a:t>
            </a:r>
          </a:p>
          <a:p>
            <a:pPr>
              <a:defRPr sz="2400"/>
            </a:pPr>
            <a:r>
              <a:t>3D mapping and depth detection</a:t>
            </a:r>
          </a:p>
          <a:p>
            <a:pPr>
              <a:defRPr sz="2400"/>
            </a:pPr>
            <a:r>
              <a:t>Computer vision and motion tracking</a:t>
            </a:r>
          </a:p>
          <a:p>
            <a:pPr>
              <a:defRPr sz="2400"/>
            </a:pPr>
            <a:r>
              <a:t>Rendering virtual objects in real world</a:t>
            </a:r>
          </a:p>
          <a:p>
            <a:pPr>
              <a:defRPr sz="2400"/>
            </a:pPr>
            <a:r>
              <a:t>Interaction through mobile or headset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Evolution of Shopping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Traditional in-store shopping</a:t>
            </a:r>
          </a:p>
          <a:p>
            <a:pPr>
              <a:defRPr sz="2400"/>
            </a:pPr>
            <a:r>
              <a:t>E-commerce and online boom</a:t>
            </a:r>
          </a:p>
          <a:p>
            <a:pPr>
              <a:defRPr sz="2400"/>
            </a:pPr>
            <a:r>
              <a:t>Rise of mobile commerce</a:t>
            </a:r>
          </a:p>
          <a:p>
            <a:pPr>
              <a:defRPr sz="2400"/>
            </a:pPr>
            <a:r>
              <a:t>Introduction of AR-based shopping</a:t>
            </a:r>
          </a:p>
          <a:p>
            <a:pPr>
              <a:defRPr sz="2400"/>
            </a:pPr>
            <a:r>
              <a:t>Blending physical &amp; digital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Role of AR in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Virtual try-on for apparel and makeup</a:t>
            </a:r>
          </a:p>
          <a:p>
            <a:pPr>
              <a:defRPr sz="2400"/>
            </a:pPr>
            <a:r>
              <a:t>Product visualization in home settings</a:t>
            </a:r>
          </a:p>
          <a:p>
            <a:pPr>
              <a:defRPr sz="2400"/>
            </a:pPr>
            <a:r>
              <a:t>Interactive product demos</a:t>
            </a:r>
          </a:p>
          <a:p>
            <a:pPr>
              <a:defRPr sz="2400"/>
            </a:pPr>
            <a:r>
              <a:t>Improved consumer decision-making</a:t>
            </a:r>
          </a:p>
          <a:p>
            <a:pPr>
              <a:defRPr sz="2400"/>
            </a:pPr>
            <a:r>
              <a:t>Enhanced in-store digital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Examples of AR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IKEA Place app for furniture visualization</a:t>
            </a:r>
          </a:p>
          <a:p>
            <a:pPr>
              <a:defRPr sz="2400"/>
            </a:pPr>
            <a:r>
              <a:t>Sephora Virtual Artist for makeup</a:t>
            </a:r>
          </a:p>
          <a:p>
            <a:pPr>
              <a:defRPr sz="2400"/>
            </a:pPr>
            <a:r>
              <a:t>Amazon AR View for home products</a:t>
            </a:r>
          </a:p>
          <a:p>
            <a:pPr>
              <a:defRPr sz="2400"/>
            </a:pPr>
            <a:r>
              <a:t>L’Oréal’s Modiface AR try-ons</a:t>
            </a:r>
          </a:p>
          <a:p>
            <a:pPr>
              <a:defRPr sz="2400"/>
            </a:pPr>
            <a:r>
              <a:t>Nike Fit for shoe sizing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of AR for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Personalized shopping experience</a:t>
            </a:r>
          </a:p>
          <a:p>
            <a:pPr>
              <a:defRPr sz="2400"/>
            </a:pPr>
            <a:r>
              <a:t>Better product understanding</a:t>
            </a:r>
          </a:p>
          <a:p>
            <a:pPr>
              <a:defRPr sz="2400"/>
            </a:pPr>
            <a:r>
              <a:t>Reduced uncertainty before purchase</a:t>
            </a:r>
          </a:p>
          <a:p>
            <a:pPr>
              <a:defRPr sz="2400"/>
            </a:pPr>
            <a:r>
              <a:t>Convenience and engagement</a:t>
            </a:r>
          </a:p>
          <a:p>
            <a:pPr>
              <a:defRPr sz="2400"/>
            </a:pPr>
            <a:r>
              <a:t>Increased satisfaction and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of AR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Boosts sales conversion rates</a:t>
            </a:r>
          </a:p>
          <a:p>
            <a:pPr>
              <a:defRPr sz="2400"/>
            </a:pPr>
            <a:r>
              <a:t>Minimizes product returns</a:t>
            </a:r>
          </a:p>
          <a:p>
            <a:pPr>
              <a:defRPr sz="2400"/>
            </a:pPr>
            <a:r>
              <a:t>Improves customer retention</a:t>
            </a:r>
          </a:p>
          <a:p>
            <a:pPr>
              <a:defRPr sz="2400"/>
            </a:pPr>
            <a:r>
              <a:t>Creates brand differentiation</a:t>
            </a:r>
          </a:p>
          <a:p>
            <a:pPr>
              <a:defRPr sz="2400"/>
            </a:pPr>
            <a:r>
              <a:t>Supports innovative marketing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apps and frameworks (ARKit, ARCore)</a:t>
            </a:r>
          </a:p>
          <a:p>
            <a:pPr>
              <a:defRPr sz="2400"/>
            </a:pPr>
            <a:r>
              <a:t>AI integration for personalization</a:t>
            </a:r>
          </a:p>
          <a:p>
            <a:pPr>
              <a:defRPr sz="2400"/>
            </a:pPr>
            <a:r>
              <a:t>Cloud-based rendering and storage</a:t>
            </a:r>
          </a:p>
          <a:p>
            <a:pPr>
              <a:defRPr sz="2400"/>
            </a:pPr>
            <a:r>
              <a:t>Sensor fusion: GPS, camera, accelerometer</a:t>
            </a:r>
          </a:p>
          <a:p>
            <a:pPr>
              <a:defRPr sz="2400"/>
            </a:pPr>
            <a:r>
              <a:t>Real-time object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in AR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High development cost</a:t>
            </a:r>
          </a:p>
          <a:p>
            <a:pPr>
              <a:defRPr sz="2400"/>
            </a:pPr>
            <a:r>
              <a:t>Hardware and internet dependency</a:t>
            </a:r>
          </a:p>
          <a:p>
            <a:pPr>
              <a:defRPr sz="2400"/>
            </a:pPr>
            <a:r>
              <a:t>Privacy and security concerns</a:t>
            </a:r>
          </a:p>
          <a:p>
            <a:pPr>
              <a:defRPr sz="2400"/>
            </a:pPr>
            <a:r>
              <a:t>Limited user adaptation</a:t>
            </a:r>
          </a:p>
          <a:p>
            <a:pPr>
              <a:defRPr sz="2400"/>
            </a:pPr>
            <a:r>
              <a:t>Complex data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Market Trends and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retail market growing rapidly</a:t>
            </a:r>
          </a:p>
          <a:p>
            <a:pPr>
              <a:defRPr sz="2400"/>
            </a:pPr>
            <a:r>
              <a:t>Projected billions in AR revenue by 2030</a:t>
            </a:r>
          </a:p>
          <a:p>
            <a:pPr>
              <a:defRPr sz="2400"/>
            </a:pPr>
            <a:r>
              <a:t>Increased adoption post-COVID</a:t>
            </a:r>
          </a:p>
          <a:p>
            <a:pPr>
              <a:defRPr sz="2400"/>
            </a:pPr>
            <a:r>
              <a:t>Rising AR startups in e-commerce</a:t>
            </a:r>
          </a:p>
          <a:p>
            <a:pPr>
              <a:defRPr sz="2400"/>
            </a:pPr>
            <a:r>
              <a:t>More brands investing in AR R&amp;D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Impact on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Bridging online &amp; offline gap</a:t>
            </a:r>
          </a:p>
          <a:p>
            <a:pPr>
              <a:defRPr sz="2400"/>
            </a:pPr>
            <a:r>
              <a:t>Higher engagement and dwell time</a:t>
            </a:r>
          </a:p>
          <a:p>
            <a:pPr>
              <a:defRPr sz="2400"/>
            </a:pPr>
            <a:r>
              <a:t>Reduced cart abandonment</a:t>
            </a:r>
          </a:p>
          <a:p>
            <a:pPr>
              <a:defRPr sz="2400"/>
            </a:pPr>
            <a:r>
              <a:t>Better post-purchase satisfaction</a:t>
            </a:r>
          </a:p>
          <a:p>
            <a:pPr>
              <a:defRPr sz="2400"/>
            </a:pPr>
            <a:r>
              <a:t>New AR-based ad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IKEA: enhanced visualization leading to fewer returns</a:t>
            </a:r>
          </a:p>
          <a:p>
            <a:pPr>
              <a:defRPr sz="2400"/>
            </a:pPr>
            <a:r>
              <a:t>Sephora: virtual try-ons boosting online sales</a:t>
            </a:r>
          </a:p>
          <a:p>
            <a:pPr>
              <a:defRPr sz="2400"/>
            </a:pPr>
            <a:r>
              <a:t>Nike: AI-driven size recommendations reducing complaints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of AR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mirrors in stores</a:t>
            </a:r>
          </a:p>
          <a:p>
            <a:pPr>
              <a:defRPr sz="2400"/>
            </a:pPr>
            <a:r>
              <a:t>Smart glasses for immersive shopping</a:t>
            </a:r>
          </a:p>
          <a:p>
            <a:pPr>
              <a:defRPr sz="2400"/>
            </a:pPr>
            <a:r>
              <a:t>AI integration for predictive buying</a:t>
            </a:r>
          </a:p>
          <a:p>
            <a:pPr>
              <a:defRPr sz="2400"/>
            </a:pPr>
            <a:r>
              <a:t>Voice + AR combo experiences</a:t>
            </a:r>
          </a:p>
          <a:p>
            <a:pPr>
              <a:defRPr sz="2400"/>
            </a:pPr>
            <a:r>
              <a:t>Decentralized virtual retail 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Ethical and 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Data collection via cameras</a:t>
            </a:r>
          </a:p>
          <a:p>
            <a:pPr>
              <a:defRPr sz="2400"/>
            </a:pPr>
            <a:r>
              <a:t>User consent and transparency</a:t>
            </a:r>
          </a:p>
          <a:p>
            <a:pPr>
              <a:defRPr sz="2400"/>
            </a:pPr>
            <a:r>
              <a:t>Potential misuse of personal visuals</a:t>
            </a:r>
          </a:p>
          <a:p>
            <a:pPr>
              <a:defRPr sz="2400"/>
            </a:pPr>
            <a:r>
              <a:t>Need for stronger regulations</a:t>
            </a:r>
          </a:p>
          <a:p>
            <a:pPr>
              <a:defRPr sz="2400"/>
            </a:pPr>
            <a:r>
              <a:t>Balance between personalization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Comparison: AR vs. VR in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overlays digital info on real world</a:t>
            </a:r>
          </a:p>
          <a:p>
            <a:pPr>
              <a:defRPr sz="2400"/>
            </a:pPr>
            <a:r>
              <a:t>VR creates a fully immersive world</a:t>
            </a:r>
          </a:p>
          <a:p>
            <a:pPr>
              <a:defRPr sz="2400"/>
            </a:pPr>
            <a:r>
              <a:t>AR more practical for retail</a:t>
            </a:r>
          </a:p>
          <a:p>
            <a:pPr>
              <a:defRPr sz="2400"/>
            </a:pPr>
            <a:r>
              <a:t>VR suited for brand experiences</a:t>
            </a:r>
          </a:p>
          <a:p>
            <a:pPr>
              <a:defRPr sz="2400"/>
            </a:pPr>
            <a:r>
              <a:t>Both can co-exist for hybrid retail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Experience Design in AR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Clean and intuitive interface</a:t>
            </a:r>
          </a:p>
          <a:p>
            <a:pPr>
              <a:defRPr sz="2400"/>
            </a:pPr>
            <a:r>
              <a:t>Realistic and responsive rendering</a:t>
            </a:r>
          </a:p>
          <a:p>
            <a:pPr>
              <a:defRPr sz="2400"/>
            </a:pPr>
            <a:r>
              <a:t>Ease of use for all ages</a:t>
            </a:r>
          </a:p>
          <a:p>
            <a:pPr>
              <a:defRPr sz="2400"/>
            </a:pPr>
            <a:r>
              <a:t>Interactive feedback and animation</a:t>
            </a:r>
          </a:p>
          <a:p>
            <a:pPr>
              <a:defRPr sz="2400"/>
            </a:pPr>
            <a:r>
              <a:t>Importance of UX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Social Media &amp; AR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Snapchat filters for brand try-ons</a:t>
            </a:r>
          </a:p>
          <a:p>
            <a:pPr>
              <a:defRPr sz="2400"/>
            </a:pPr>
            <a:r>
              <a:t>Instagram AR ads and reels</a:t>
            </a:r>
          </a:p>
          <a:p>
            <a:pPr>
              <a:defRPr sz="2400"/>
            </a:pPr>
            <a:r>
              <a:t>TikTok AR shopping experiences</a:t>
            </a:r>
          </a:p>
          <a:p>
            <a:pPr>
              <a:defRPr sz="2400"/>
            </a:pPr>
            <a:r>
              <a:t>Engagement through gamified content</a:t>
            </a:r>
          </a:p>
          <a:p>
            <a:pPr>
              <a:defRPr sz="2400"/>
            </a:pPr>
            <a:r>
              <a:t>Viral potential of AR campaigns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Impact on Consumer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Increased emotional engagement</a:t>
            </a:r>
          </a:p>
          <a:p>
            <a:pPr>
              <a:defRPr sz="2400"/>
            </a:pPr>
            <a:r>
              <a:t>Stronger brand recall</a:t>
            </a:r>
          </a:p>
          <a:p>
            <a:pPr>
              <a:defRPr sz="2400"/>
            </a:pPr>
            <a:r>
              <a:t>Confidence in purchase decisions</a:t>
            </a:r>
          </a:p>
          <a:p>
            <a:pPr>
              <a:defRPr sz="2400"/>
            </a:pPr>
            <a:r>
              <a:t>Shift toward digital-first behavior</a:t>
            </a:r>
          </a:p>
          <a:p>
            <a:pPr>
              <a:defRPr sz="2400"/>
            </a:pPr>
            <a:r>
              <a:t>Preference for immersive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Integration with Payment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checkout options</a:t>
            </a:r>
          </a:p>
          <a:p>
            <a:pPr>
              <a:defRPr sz="2400"/>
            </a:pPr>
            <a:r>
              <a:t>Seamless digital wallets</a:t>
            </a:r>
          </a:p>
          <a:p>
            <a:pPr>
              <a:defRPr sz="2400"/>
            </a:pPr>
            <a:r>
              <a:t>Secure authentication methods</a:t>
            </a:r>
          </a:p>
          <a:p>
            <a:pPr>
              <a:defRPr sz="2400"/>
            </a:pPr>
            <a:r>
              <a:t>Reduced friction in purchase journey</a:t>
            </a:r>
          </a:p>
          <a:p>
            <a:pPr>
              <a:defRPr sz="2400"/>
            </a:pPr>
            <a:r>
              <a:t>One-click AR purchasing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in Fashion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Virtual fitting rooms</a:t>
            </a:r>
          </a:p>
          <a:p>
            <a:pPr>
              <a:defRPr sz="2400"/>
            </a:pPr>
            <a:r>
              <a:t>3D clothing previews</a:t>
            </a:r>
          </a:p>
          <a:p>
            <a:pPr>
              <a:defRPr sz="2400"/>
            </a:pPr>
            <a:r>
              <a:t>Personalized styling recommendations</a:t>
            </a:r>
          </a:p>
          <a:p>
            <a:pPr>
              <a:defRPr sz="2400"/>
            </a:pPr>
            <a:r>
              <a:t>Less product return rates</a:t>
            </a:r>
          </a:p>
          <a:p>
            <a:pPr>
              <a:defRPr sz="2400"/>
            </a:pPr>
            <a:r>
              <a:t>More interactive brand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in Furniture &amp; Interior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Visualize furniture before purchase</a:t>
            </a:r>
          </a:p>
          <a:p>
            <a:pPr>
              <a:defRPr sz="2400"/>
            </a:pPr>
            <a:r>
              <a:t>Accurate room scaling</a:t>
            </a:r>
          </a:p>
          <a:p>
            <a:pPr>
              <a:defRPr sz="2400"/>
            </a:pPr>
            <a:r>
              <a:t>Material and color customization</a:t>
            </a:r>
          </a:p>
          <a:p>
            <a:pPr>
              <a:defRPr sz="2400"/>
            </a:pPr>
            <a:r>
              <a:t>Boosts customer satisfaction</a:t>
            </a:r>
          </a:p>
          <a:p>
            <a:pPr>
              <a:defRPr sz="2400"/>
            </a:pPr>
            <a:r>
              <a:t>Examples: IKEA, Wayfair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in Automotive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360° car visualization</a:t>
            </a:r>
          </a:p>
          <a:p>
            <a:pPr>
              <a:defRPr sz="2400"/>
            </a:pPr>
            <a:r>
              <a:t>AR-assisted test drives</a:t>
            </a:r>
          </a:p>
          <a:p>
            <a:pPr>
              <a:defRPr sz="2400"/>
            </a:pPr>
            <a:r>
              <a:t>Real-time customization of models</a:t>
            </a:r>
          </a:p>
          <a:p>
            <a:pPr>
              <a:defRPr sz="2400"/>
            </a:pPr>
            <a:r>
              <a:t>Integration with navigation systems</a:t>
            </a:r>
          </a:p>
          <a:p>
            <a:pPr>
              <a:defRPr sz="2400"/>
            </a:pPr>
            <a:r>
              <a:t>Used by BMW, Audi, Tesla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in Grocery &amp; FMCG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AR-based packaging details</a:t>
            </a:r>
          </a:p>
          <a:p>
            <a:pPr>
              <a:defRPr sz="2400"/>
            </a:pPr>
            <a:r>
              <a:t>Interactive recipe suggestions</a:t>
            </a:r>
          </a:p>
          <a:p>
            <a:pPr>
              <a:defRPr sz="2400"/>
            </a:pPr>
            <a:r>
              <a:t>Product freshness indicators</a:t>
            </a:r>
          </a:p>
          <a:p>
            <a:pPr>
              <a:defRPr sz="2400"/>
            </a:pPr>
            <a:r>
              <a:t>Gamified loyalty programs</a:t>
            </a:r>
          </a:p>
          <a:p>
            <a:pPr>
              <a:defRPr sz="2400"/>
            </a:pPr>
            <a:r>
              <a:t>Customer education via AR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Hardware &amp;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Smartphones and tablets</a:t>
            </a:r>
          </a:p>
          <a:p>
            <a:pPr>
              <a:defRPr sz="2400"/>
            </a:pPr>
            <a:r>
              <a:t>AR glasses like HoloLens</a:t>
            </a:r>
          </a:p>
          <a:p>
            <a:pPr>
              <a:defRPr sz="2400"/>
            </a:pPr>
            <a:r>
              <a:t>Wearable headsets</a:t>
            </a:r>
          </a:p>
          <a:p>
            <a:pPr>
              <a:defRPr sz="2400"/>
            </a:pPr>
            <a:r>
              <a:t>Smart mirrors in retail</a:t>
            </a:r>
          </a:p>
          <a:p>
            <a:pPr>
              <a:defRPr sz="2400"/>
            </a:pPr>
            <a:r>
              <a:t>Future: lightweight AR lenses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Software &amp; Platforms for AR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ARKit (Apple)</a:t>
            </a:r>
          </a:p>
          <a:p>
            <a:pPr>
              <a:defRPr sz="2400"/>
            </a:pPr>
            <a:r>
              <a:t>ARCore (Google)</a:t>
            </a:r>
          </a:p>
          <a:p>
            <a:pPr>
              <a:defRPr sz="2400"/>
            </a:pPr>
            <a:r>
              <a:t>Unity &amp; Unreal Engine</a:t>
            </a:r>
          </a:p>
          <a:p>
            <a:pPr>
              <a:defRPr sz="2400"/>
            </a:pPr>
            <a:r>
              <a:t>Spark AR (Meta)</a:t>
            </a:r>
          </a:p>
          <a:p>
            <a:pPr>
              <a:defRPr sz="2400"/>
            </a:pPr>
            <a:r>
              <a:t>Vuforia and ZapWorks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Role of AI in Enhancing AR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Personalized recommendations</a:t>
            </a:r>
          </a:p>
          <a:p>
            <a:pPr>
              <a:defRPr sz="2400"/>
            </a:pPr>
            <a:r>
              <a:t>Object detection and tracking</a:t>
            </a:r>
          </a:p>
          <a:p>
            <a:pPr>
              <a:defRPr sz="2400"/>
            </a:pPr>
            <a:r>
              <a:t>Real-time emotion analysis</a:t>
            </a:r>
          </a:p>
          <a:p>
            <a:pPr>
              <a:defRPr sz="2400"/>
            </a:pPr>
            <a:r>
              <a:t>Predictive consumer analytics</a:t>
            </a:r>
          </a:p>
          <a:p>
            <a:pPr>
              <a:defRPr sz="2400"/>
            </a:pPr>
            <a:r>
              <a:t>Voice-enabled AR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 Analytics and Data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Collects user interaction data</a:t>
            </a:r>
          </a:p>
          <a:p>
            <a:pPr>
              <a:defRPr sz="2400"/>
            </a:pPr>
            <a:r>
              <a:t>Heatmaps of AR engagement</a:t>
            </a:r>
          </a:p>
          <a:p>
            <a:pPr>
              <a:defRPr sz="2400"/>
            </a:pPr>
            <a:r>
              <a:t>Predicts popular products</a:t>
            </a:r>
          </a:p>
          <a:p>
            <a:pPr>
              <a:defRPr sz="2400"/>
            </a:pPr>
            <a:r>
              <a:t>Improves UX via analytics</a:t>
            </a:r>
          </a:p>
          <a:p>
            <a:pPr>
              <a:defRPr sz="2400"/>
            </a:pPr>
            <a:r>
              <a:t>Data privacy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 and ROI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High initial cost, high returns</a:t>
            </a:r>
          </a:p>
          <a:p>
            <a:pPr>
              <a:defRPr sz="2400"/>
            </a:pPr>
            <a:r>
              <a:t>Reduced product returns</a:t>
            </a:r>
          </a:p>
          <a:p>
            <a:pPr>
              <a:defRPr sz="2400"/>
            </a:pPr>
            <a:r>
              <a:t>Better brand loyalty</a:t>
            </a:r>
          </a:p>
          <a:p>
            <a:pPr>
              <a:defRPr sz="2400"/>
            </a:pPr>
            <a:r>
              <a:t>More accurate targeting</a:t>
            </a:r>
          </a:p>
          <a:p>
            <a:pPr>
              <a:defRPr sz="2400"/>
            </a:pPr>
            <a:r>
              <a:t>Sustainable competitive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Global Case Study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 &amp; Europe: tech maturity</a:t>
            </a:r>
          </a:p>
          <a:p>
            <a:pPr>
              <a:defRPr sz="2400"/>
            </a:pPr>
            <a:r>
              <a:t>Asia: mobile-first AR growth</a:t>
            </a:r>
          </a:p>
          <a:p>
            <a:pPr>
              <a:defRPr sz="2400"/>
            </a:pPr>
            <a:r>
              <a:t>China: AR e-commerce boom</a:t>
            </a:r>
          </a:p>
          <a:p>
            <a:pPr>
              <a:defRPr sz="2400"/>
            </a:pPr>
            <a:r>
              <a:t>Middle East emerging AR market</a:t>
            </a:r>
          </a:p>
          <a:p>
            <a:pPr>
              <a:defRPr sz="2400"/>
            </a:pPr>
            <a:r>
              <a:t>Cross-cultural adoption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in Developing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Low-end device limitations</a:t>
            </a:r>
          </a:p>
          <a:p>
            <a:pPr>
              <a:defRPr sz="2400"/>
            </a:pPr>
            <a:r>
              <a:t>Slow internet speed</a:t>
            </a:r>
          </a:p>
          <a:p>
            <a:pPr>
              <a:defRPr sz="2400"/>
            </a:pPr>
            <a:r>
              <a:t>Lack of AR talent &amp; tools</a:t>
            </a:r>
          </a:p>
          <a:p>
            <a:pPr>
              <a:defRPr sz="2400"/>
            </a:pPr>
            <a:r>
              <a:t>High app development cost</a:t>
            </a:r>
          </a:p>
          <a:p>
            <a:pPr>
              <a:defRPr sz="2400"/>
            </a:pPr>
            <a:r>
              <a:t>Low consumer 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Reduced returns mean less waste</a:t>
            </a:r>
          </a:p>
          <a:p>
            <a:pPr>
              <a:defRPr sz="2400"/>
            </a:pPr>
            <a:r>
              <a:t>Fewer logistics emissions</a:t>
            </a:r>
          </a:p>
          <a:p>
            <a:pPr>
              <a:defRPr sz="2400"/>
            </a:pPr>
            <a:r>
              <a:t>Eco-friendly virtual demos</a:t>
            </a:r>
          </a:p>
          <a:p>
            <a:pPr>
              <a:defRPr sz="2400"/>
            </a:pPr>
            <a:r>
              <a:t>Digital catalogs replacing paper</a:t>
            </a:r>
          </a:p>
          <a:p>
            <a:pPr>
              <a:defRPr sz="2400"/>
            </a:pPr>
            <a:r>
              <a:t>Supports sustainable shopping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Student/Group Opinions or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will dominate retail innovation</a:t>
            </a:r>
          </a:p>
          <a:p>
            <a:pPr>
              <a:defRPr sz="2400"/>
            </a:pPr>
            <a:r>
              <a:t>Offers convenience and personalization</a:t>
            </a:r>
          </a:p>
          <a:p>
            <a:pPr>
              <a:defRPr sz="2400"/>
            </a:pPr>
            <a:r>
              <a:t>Bridges gap between brands and users</a:t>
            </a:r>
          </a:p>
          <a:p>
            <a:pPr>
              <a:defRPr sz="2400"/>
            </a:pPr>
            <a:r>
              <a:t>Still needs ethical regulation</a:t>
            </a:r>
          </a:p>
          <a:p>
            <a:pPr>
              <a:defRPr sz="2400"/>
            </a:pPr>
            <a:r>
              <a:t>Future of shopping lies in AR +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By 2030: AR glasses mainstream</a:t>
            </a:r>
          </a:p>
          <a:p>
            <a:pPr>
              <a:defRPr sz="2400"/>
            </a:pPr>
            <a:r>
              <a:t>Metaverse shopping malls</a:t>
            </a:r>
          </a:p>
          <a:p>
            <a:pPr>
              <a:defRPr sz="2400"/>
            </a:pPr>
            <a:r>
              <a:t>Holographic product displays</a:t>
            </a:r>
          </a:p>
          <a:p>
            <a:pPr>
              <a:defRPr sz="2400"/>
            </a:pPr>
            <a:r>
              <a:t>Voice + AR hybrid experiences</a:t>
            </a:r>
          </a:p>
          <a:p>
            <a:pPr>
              <a:defRPr sz="2400"/>
            </a:pPr>
            <a:r>
              <a:t>AI-driven customization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AR transforming the retail landscape</a:t>
            </a:r>
          </a:p>
          <a:p>
            <a:pPr>
              <a:defRPr sz="2400"/>
            </a:pPr>
            <a:r>
              <a:t>Enhancing consumer and brand connection</a:t>
            </a:r>
          </a:p>
          <a:p>
            <a:pPr>
              <a:defRPr sz="2400"/>
            </a:pPr>
            <a:r>
              <a:t>Increasing personalization and immersion</a:t>
            </a:r>
          </a:p>
          <a:p>
            <a:pPr>
              <a:defRPr sz="2400"/>
            </a:pPr>
            <a:r>
              <a:t>Challenges remain but progress is rapid</a:t>
            </a:r>
          </a:p>
          <a:p>
            <a:pPr>
              <a:defRPr sz="2400"/>
            </a:pPr>
            <a:r>
              <a:t>AR shopping is the future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Q&amp;A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Thank the audience</a:t>
            </a:r>
          </a:p>
          <a:p>
            <a:pPr>
              <a:defRPr sz="2400"/>
            </a:pPr>
            <a:r>
              <a:t>Invite questions</a:t>
            </a:r>
          </a:p>
          <a:p>
            <a:pPr>
              <a:defRPr sz="2400"/>
            </a:pPr>
            <a:r>
              <a:t>Encourage discussion on AR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IKEA, Sephora, Nike official sites</a:t>
            </a:r>
          </a:p>
          <a:p>
            <a:pPr>
              <a:defRPr sz="2400"/>
            </a:pPr>
            <a:r>
              <a:t>Statista AR Market Reports</a:t>
            </a:r>
          </a:p>
          <a:p>
            <a:pPr>
              <a:defRPr sz="2400"/>
            </a:pPr>
            <a:r>
              <a:t>McKinsey Retail Studies</a:t>
            </a:r>
          </a:p>
          <a:p>
            <a:pPr>
              <a:defRPr sz="2400"/>
            </a:pPr>
            <a:r>
              <a:t>Harvard Business Review: AR in Commerce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